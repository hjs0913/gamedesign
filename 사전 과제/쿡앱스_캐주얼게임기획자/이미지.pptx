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4" d="100"/>
          <a:sy n="74" d="100"/>
        </p:scale>
        <p:origin x="93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EDB1B-EDC6-9E1E-817D-F84475616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7E6224-1947-4AB5-1162-F92823D40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71C872-FFA9-27D2-2798-A7A6BDEBB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80DD4-62EE-4E81-80D9-7E12A3C6978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766E2F-43B7-A52B-86D1-9023A2A2E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306400-6150-D92B-8075-B412C72DE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012B-7B9B-478B-A632-F8C8097CD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384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F3B534-E2A3-8151-BF0D-8DDEF5D4A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11325E-7B42-C8B4-8F0F-306DCE9E7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F979AB-568C-FC2F-EF9D-F7A4ACB23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80DD4-62EE-4E81-80D9-7E12A3C6978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D20D64-354B-FDDB-5952-E57DB1E3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717707-7719-C983-FC0D-9E6F87A9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012B-7B9B-478B-A632-F8C8097CD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623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EDDE30-7206-A2B8-4FEF-C851A8CD6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0E468B-44AC-B7F8-3E7C-E3B2F1CF0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992C3-6C46-BDFD-B98A-A2B85DB48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80DD4-62EE-4E81-80D9-7E12A3C6978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AD5ED-1BBF-9946-CAD3-4AEA27482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6AB880-5327-9873-BD22-0E9E23D3F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012B-7B9B-478B-A632-F8C8097CD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512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22AE4-7CFD-8333-EBDD-86AE9CA34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B1FD74-4982-B08D-E36F-AA6BCF309F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417311-07E2-8803-75D1-39D2DF8B4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24F1F6-2429-3BA7-2BDF-DC65BEF48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80DD4-62EE-4E81-80D9-7E12A3C6978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2548DE-63AA-E89F-59FC-88B502FF5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3B3E67-B50C-C48F-0E49-C4317C282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012B-7B9B-478B-A632-F8C8097CD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320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B099E5-8F28-F6EA-EC9E-60BE4253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925CB9-4B0C-B405-F226-D34FF5C50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F975A0-DADF-F583-6AA1-09816F1ED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DC0EDB-21A0-73B1-3EAF-D3035155C2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43AFCAC-C027-910F-09A0-BC835A1470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5E91629-16AA-3E12-DC91-AFE337FC7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80DD4-62EE-4E81-80D9-7E12A3C6978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06E296-97B7-CF0B-B213-C3EB6818E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F106DE8-1681-E7CB-74F8-471A1F05C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012B-7B9B-478B-A632-F8C8097CD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726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881049-A0FA-0115-95B3-F5A276D35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44C565-C4B1-7AC1-B0FF-5E0604FA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80DD4-62EE-4E81-80D9-7E12A3C6978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F1B4EB-7AC9-2B10-CFA6-9CFE4AAF6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415424D-458E-A518-9603-D634C0C6C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012B-7B9B-478B-A632-F8C8097CD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9991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AE51E97-8587-26EC-225E-345184BF1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80DD4-62EE-4E81-80D9-7E12A3C6978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51CB953-8CD9-3D46-9E75-D006EC84F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75D6A8-9510-9631-5875-4494F2EAE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012B-7B9B-478B-A632-F8C8097CD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256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20DFF7-11F5-A188-ED19-496D73608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CD3AF4-2BCC-3A74-8BA8-27C672E60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95D193-DE6B-715D-8A86-23B9688EF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8C2495-D1BF-A6AF-77B5-7E32D8662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80DD4-62EE-4E81-80D9-7E12A3C6978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4B80B1-BC10-AA44-C2A3-941BE5954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DE0D6C-A34B-ECD4-A8FB-FD41D1FF4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012B-7B9B-478B-A632-F8C8097CD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565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1B67D1-34BE-1D76-AD9E-9E65DF3A2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B4CC9D7-C8F9-54C3-EE62-31365B0428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9EC562-20FA-A8A3-0C7A-D4BA3FA8B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67C83A-2724-FFCA-D74A-3B2D0E698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80DD4-62EE-4E81-80D9-7E12A3C6978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8ED0CD-4DC5-0B6F-585F-EB6B9F24B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354D91-B237-74F9-574F-C82967BFD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012B-7B9B-478B-A632-F8C8097CD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964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A2860-245D-4CD7-DD57-EE7A7627A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5B338D-6149-A8B4-2AA8-C8278F857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51E3C7-32B6-43D9-1E25-1DAD0D11D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80DD4-62EE-4E81-80D9-7E12A3C6978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04D218-7E5C-981B-B9BE-0517BC221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200238-B7EB-8016-72A4-48C1E3848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012B-7B9B-478B-A632-F8C8097CD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3157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A6C4A3-DBBC-78EB-1C79-7AE58F014E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8DB689-47A8-CF34-298A-65EFF2AB9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555391-5E14-7B7B-F706-023EF5842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80DD4-62EE-4E81-80D9-7E12A3C6978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AE3077-D2A2-3CCA-B938-ABE13AE26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11FD52-F01A-BEEF-4402-AB76F14E7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012B-7B9B-478B-A632-F8C8097CD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165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46F1B0-913E-2C2D-94B8-B912C87F9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40472A-64BD-144C-8092-D49E2A6FC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A2CEA1-22EE-8C64-7FF8-28711EA7B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980DD4-62EE-4E81-80D9-7E12A3C6978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0FB601-EC07-F33A-50E7-1C1EFB75C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036D38-6F77-845C-645F-BC6A417C0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33012B-7B9B-478B-A632-F8C8097CD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680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9F23DE-316F-B650-F3F2-FE414338A99C}"/>
              </a:ext>
            </a:extLst>
          </p:cNvPr>
          <p:cNvSpPr txBox="1"/>
          <p:nvPr/>
        </p:nvSpPr>
        <p:spPr>
          <a:xfrm>
            <a:off x="3075709" y="2400300"/>
            <a:ext cx="1487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던전 클리어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4E64B9-DDAD-804D-09A8-C42920FE8AA6}"/>
              </a:ext>
            </a:extLst>
          </p:cNvPr>
          <p:cNvSpPr txBox="1"/>
          <p:nvPr/>
        </p:nvSpPr>
        <p:spPr>
          <a:xfrm>
            <a:off x="3075709" y="3345872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…</a:t>
            </a:r>
            <a:r>
              <a:rPr lang="ko-KR" altLang="en-US" dirty="0"/>
              <a:t>아마도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7616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홍진선(2017184037)</dc:creator>
  <cp:lastModifiedBy>홍진선(2017184037)</cp:lastModifiedBy>
  <cp:revision>1</cp:revision>
  <dcterms:created xsi:type="dcterms:W3CDTF">2025-11-06T11:26:35Z</dcterms:created>
  <dcterms:modified xsi:type="dcterms:W3CDTF">2025-11-06T11:48:20Z</dcterms:modified>
</cp:coreProperties>
</file>